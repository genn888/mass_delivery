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4748B"/>
                </a:solidFill>
                <a:latin typeface="Calibri"/>
              </a:rPr>
              <a:t>ProjectEval official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0.504</c:v>
                </c:pt>
                <c:pt idx="1">
                  <c:v>0.535</c:v>
                </c:pt>
                <c:pt idx="2">
                  <c:v>0.57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score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0.504</c:v>
                </c:pt>
                <c:pt idx="1">
                  <c:v>0.535</c:v>
                </c:pt>
                <c:pt idx="2">
                  <c:v>0.57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project 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0.589</c:v>
                </c:pt>
                <c:pt idx="1">
                  <c:v>0.616</c:v>
                </c:pt>
                <c:pt idx="2">
                  <c:v>0.658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coder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6.59</c:v>
                </c:pt>
                <c:pt idx="1">
                  <c:v>12.1</c:v>
                </c:pt>
                <c:pt idx="2">
                  <c:v>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reviewer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0.85</c:v>
                </c:pt>
                <c:pt idx="1">
                  <c:v>2.05</c:v>
                </c:pt>
                <c:pt idx="2">
                  <c:v>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test_writer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0.93</c:v>
                </c:pt>
                <c:pt idx="1">
                  <c:v>0.81</c:v>
                </c:pt>
                <c:pt idx="2">
                  <c:v>1.16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browser_test_writer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0.3</c:v>
                </c:pt>
                <c:pt idx="1">
                  <c:v>0.32</c:v>
                </c:pt>
                <c:pt idx="2">
                  <c:v>0.35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architect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0.38</c:v>
                </c:pt>
                <c:pt idx="1">
                  <c:v>0.36</c:v>
                </c:pt>
                <c:pt idx="2">
                  <c:v>0.35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planning_reviewer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0.16</c:v>
                </c:pt>
                <c:pt idx="1">
                  <c:v>0.17</c:v>
                </c:pt>
                <c:pt idx="2">
                  <c:v>0.17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requirement_analyzer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0.07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· MULTI-AGENT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Mixture-of-Models for a Multi-Agent Software Factory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heterogeneous multi-agent system that turns a natural-language task into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runnable software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a study showing a per-role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mixture-of-models beats homogeneous baselines.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24128" y="521208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49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Gennaro D'Ambrosio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Salerno ·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prompt to verified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mixes requirements, design, coding and testing — errors compound silently.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349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737360"/>
            <a:ext cx="82296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loop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304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is rarely executed or checked, so bugs surface only at runtime.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49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82296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307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control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1330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unstructured generations are hard to bound or to attribute to a stage.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566160"/>
            <a:ext cx="5349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566160"/>
            <a:ext cx="82296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7307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benchmark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1330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ProjectEval: 20 real projects scored by an external judge over 284 functions.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Mixing models per role wins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graph, same 20 ProjectEval projects. Only the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model mapping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changes. The mixture scores highest on the external judge.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0.570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(Mixed)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0.535 (M3-only) and 0.504 (Qwen-only)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 on average project score and completion, at LOWER cost than M3-only.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155448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multi-agent graph (LangGraph)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1168" cy="2011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MiniMax-M3 (planning)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417320"/>
            <a:ext cx="201168" cy="20116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 (coding/testing)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201168" cy="201168"/>
          </a:xfrm>
          <a:prstGeom prst="rect">
            <a:avLst/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E2E8F0"/>
          </a:solidFill>
          <a:ln w="22225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63240" y="2295144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52160" y="2295144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41080" y="2295144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2670048"/>
            <a:ext cx="0" cy="237744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601200" y="2907792"/>
            <a:ext cx="-221742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383780" y="2907792"/>
            <a:ext cx="0" cy="-237744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9808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loop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22876" y="352044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22876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 |  agentic tool/ReAct loop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98480" y="2670048"/>
            <a:ext cx="0" cy="5760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0" y="3246120"/>
            <a:ext cx="-460400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4476" y="324612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555480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 w="22225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892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8892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Writer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advisory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· advisory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948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0976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 w="22225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50976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4389120"/>
            <a:ext cx="0" cy="2011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4590288"/>
            <a:ext cx="-339242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5336" y="4590288"/>
            <a:ext cx="0" cy="21031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54203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78231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2259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26287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266176" y="4800600"/>
            <a:ext cx="0" cy="-27432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266176" y="4526280"/>
            <a:ext cx="-140817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858000" y="4526280"/>
            <a:ext cx="0" cy="-13716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635508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repair loop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GraphState  ·  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(resume)  ·  agent transcripts (token usage)  ·  bounded iteration caps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state, conditional routing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 on LangGraph.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agent/utility nodes connected by routing functions. Agents never call each other directly — they read and update one typed GraphState.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nested review loops, each bounded by an iteration cap → guaranteed termination at the finalizer.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600200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contract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 · architecture_plan · benchmark_contract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551176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551176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6426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962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reviewer_feedback · review_status (approved / changes)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502152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502152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593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9136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· static · dynamic · browser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453128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453128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5445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8646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 / coding / global iteration counters + caps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404104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5404104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495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5815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files_touched · artifacts · traces · messages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PLANNING BRAIN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Analyzer &amp; Benchmark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Requirement Analyzer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raw task into structured requirements: scope, functional &amp; non-functional needs, constraints, open assumptions.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 boundary: no code, ever — output feeds the Architect directly.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agent: one call per project, tiny input.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91640"/>
            <a:ext cx="5486400" cy="8686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Benchmark Contract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compact machine-readable contract: required URLs, selectors, expected texts, output files, project type &amp; stack.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truth every downstream agent must satisfy.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externally owned — never edited as a repair.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PLANNING BRAIN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 &amp; Planning Reviewer — the planning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implementation-ready plan: components, shared-state usage, routing, iteration &amp; artifact strategy.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Contract-aware: maps every URL/selector/text to a concrete path; optimizes for observability &amp; stable transitions.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reasoning budget (up to 32k output).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4864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91640"/>
            <a:ext cx="548640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Planning Reviewer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plan against requirements BEFORE any code exists.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Approved / Changes requested; checks missing components, weak loops, contract-coverage gaps.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planning loop until the cap.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91672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44068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loop: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→ planning_reviewer → (approved → coder) | (changes → architect),  bounded by max_planning_iterations.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Coder — generates &amp; repairs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Structured-JSON (default):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{summary, delete_paths, files[]}; the system writes files.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mode: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project by calling tools in a ReAct loop (up to 50 steps).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91640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075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complete, runnable project.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734056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734056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825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iterations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1181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only files implicated by the failure digest (focused subset) — a key cost saver.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776472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776472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867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re-validates syntax + framework sanity after every write.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818888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818888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910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52029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JSON-repair, retries, and a timeout-recovery path on slow providers.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(scoped to workspace)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 · list_files · grep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4937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 · delete_path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5440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validate_python · django_check · run_pytest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returned as compact JSON; output budgets keep context small.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→ dynamic → browser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Static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analyze_generated_project()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per-write syntax + framework sanity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Reviewer fix-advisor → Coder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3154680"/>
            <a:ext cx="23774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35661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691640"/>
            <a:ext cx="3566160" cy="7772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Dynamic tests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5152" y="260604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Writer generates a pytest suite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+ behavior + route/selector contract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manage.py check + correct setup order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36992" y="3154680"/>
            <a:ext cx="23774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3024" y="1691640"/>
            <a:ext cx="35661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691640"/>
            <a:ext cx="3566160" cy="7772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Browser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1624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websites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67344" y="260604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suite, 3–6 high-signal flows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runtime port, sys.executable, poll &amp; clean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(not fails) if Chrome unavailable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91672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120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static analysis is blocking. Dynamic &amp; Selenium tests are advisory — they are brittle and do not affect the official judge, so making them blocking wasted iterations fixing tests instead of the app.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QUALITY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 — two automatic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analysis_fix_advisor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lint / static analysis failed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fix advisor — does not approve or reject.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≤4 blocking items, ≤1200 chars: classification + file + cause + exact fix.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'changes requested' → routes back to the Coder.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4864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737360"/>
            <a:ext cx="5486400" cy="8686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quality_review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267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analysis is clean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correctness &amp; completeness review.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Contract-coverage gate: every page / selector / URL / expected-text / output file must be implemented.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that merely runs but is incomplete is NOT approvable.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coding / repair loop: changes_requested → Coder, until max_coding_iterations.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of persistence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(in-state)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3042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messages log + traces of every model call (agent, model, usage, duration). Stale tool results pruned to control context.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167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8444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checkpoints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7673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snapshots state before it runs, with a resume node — a crashed run resumes from the last completed node. The Coder also records a code-history snapshot per iteration.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47488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transcripts (on disk)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model call is written to artifacts/agent_transcripts/ with full prompts, response, model and token usage — exactly what powers the token analysis.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Modular, contract-locked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composed at runtime, not monolithic.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call sees only the rules relevant to its task type — focused prompts, fewer tokens.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6367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role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9385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coder.txt, reviewer.txt, architect.txt 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4688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551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stack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8529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coder_console / coder_web / coder_django (selected by project type)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3832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4655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repair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7673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 repair iterations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4297680"/>
            <a:ext cx="521208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3799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contract-lock block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46817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ProjectEval guardrails: unique HTML ids, seed data, safe ALLOWED_HOSTS, one canonical template…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52120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52943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strict role boundary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55961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must not emit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prompts that adapt to console / web / Django tasks and stay aligned with the external judge contract.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matched configurations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prompts, tools, caps and 20 projects. Only the role → model mapping changes.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(contribution)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requirement_analyzer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architect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planning_reviewer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test_writer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browser_test_writer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MiniMax-M3 = the planning brain (requirements, architecture, plan review);  Qwen3.6-27B = the production line (coding, review, test authoring — most of the calls &amp; tokens).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ProjectEval + external judge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software projects (Level 2)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6616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370832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functions scored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93024" y="1691640"/>
            <a:ext cx="356616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193024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75904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runs (Qwen / M3 / Mixed)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 score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judge's function-level pass rate — the headline metric (out of 284).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245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 rate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422452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the 20 projects the system completed locally.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82896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8289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average_project_score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488289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per-project judge score.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541264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4126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Independent arbiter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554126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externally owned throughout — the system cannot game the judge.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— the mixture leads on every metric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691640"/>
            <a:ext cx="8229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+6.6 pts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6384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vs Qwen-only (0.570 vs 0.504); +19 judge functions.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15468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3154680"/>
            <a:ext cx="8229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264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M3 too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6384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M3-everywhere on avg project score (0.658 vs 0.616).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461772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80960" y="4617720"/>
            <a:ext cx="8229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4727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 / 284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863840" y="5166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functions passed by Mixed — the most of the three runs.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mixture wins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194560"/>
                <a:gridCol w="2194560"/>
                <a:gridCol w="21945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project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(homogeneous)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/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MiniMax-M3 (homogeneous)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 /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(M3 plan + Qwen code)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 /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91672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97764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matters disproportionately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46320" y="3977640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reasoner on requirements + architecture + review yields better, more contract-complete plans — the Coder starts from a stronger spec.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727448"/>
            <a:ext cx="11091672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2744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line is volume-bound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46320" y="472744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review / testing are dominated by call count; the efficient code model handles them well and cheaply.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477256"/>
            <a:ext cx="11091672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47725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46320" y="547725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M3's reasoning where it counts, Qwen's efficiency where the volume is — the combination exceeds M3-everywhere.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budget goes — the coder dominates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8620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8745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~71–78%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955280" y="2697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tokens are spent by the Coder, in every configuration.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3977640"/>
            <a:ext cx="3886200" cy="2057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4114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agents = only ~3.5–7% of tokens.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Upgrading them to MiniMax-M3 is almost free in token terms, yet it lifts quality. This is the quantitative backbone of the mixture argument.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 quality — the efficient frontier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920240"/>
            <a:ext cx="67665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5577840"/>
            <a:ext cx="67665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920240"/>
            <a:ext cx="0" cy="3657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5650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(M)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 rot="16200000">
            <a:off x="18288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94128" y="4700016"/>
            <a:ext cx="292608" cy="292608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6032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Qwen-only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9.3M · 0.504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6198" y="3080222"/>
            <a:ext cx="292608" cy="29260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58102" y="340940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M3-only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15.86M · 0.535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30195" y="1251422"/>
            <a:ext cx="292608" cy="29260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2099" y="62048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9.88M · 0.57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1920240"/>
            <a:ext cx="3063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9202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029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dominates M3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78240" y="2423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AND fewer tokens (up-and-left of M3).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3291840"/>
            <a:ext cx="3063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32918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is cheapest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782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token-efficient per point, but lowest absolute quality.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95360" y="4663440"/>
            <a:ext cx="3063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46634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0" y="4773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goal → Mixed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778240" y="51663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efficient-frontier point: best score for less than all-strong cost.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965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+ executable verification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83080" y="23957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in a stateful graph, with static analysis and test execution in the loop, make LLM code generation reliable on a hard external benchmark.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3383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a per-role decision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83080" y="37673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global one. The mixture — M3 on planning, Qwen on coding/testing — beats either homogeneous baseline on the official judge.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4754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83080" y="4709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coder loop dominates cost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83080" y="51389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~71–78% of tokens. Upgrading the cheap-but-high-leverage planning roles is nearly free, so the mix buys quality without the all-strong-model cost.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usage — full breakdown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6.59M (285)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12.10M (513)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6.60M (288)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0.85M (69)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2.05M (124)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1.20M (77)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test_writer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0.93M (43)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0.81M (39)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1.16M (45)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browser_test_writer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0.30M (16)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0.32M (16)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0.35M (16)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0.38M (37)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0.36M (31)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0.35M (32)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planning_reviewer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requirement_analyzer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9.30M (490)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15.86M (763)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9.88M (498)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(model calls). Recomputed uniformly from on-disk agent transcripts, 2026-06-22.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 &amp; threats to validity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53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projects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of 20 projects remained pending under the iteration caps in all three runs (completed: Mixed 16, M3 15, Qwen 14).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07208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352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top-end margin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64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vs M3-only is +1.4 pts on official score; the decisive gap is against Qwen-only (+4.5 pts). The margin is consistent across metrics.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77056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050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benchmark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342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on ProjectEval Level 2; generalization to other benchmarks is future 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46904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asymmetry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4041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served via HF router (slow, long timeouts); Qwen local vLLM. Token counts are comparable; wall-clock is not.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Mixture-of-Models for Multi-Agent Code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— Mixture-of-Models for Multi-Agent Code Generation</dc:title>
  <dc:subject>PptxGenJS Presentation</dc:subject>
  <dc:creator>Gennaro D'Ambrosio</dc:creator>
  <cp:lastModifiedBy>Gennaro D'Ambrosio</cp:lastModifiedBy>
  <cp:revision>1</cp:revision>
  <dcterms:created xsi:type="dcterms:W3CDTF">2026-06-22T21:19:32Z</dcterms:created>
  <dcterms:modified xsi:type="dcterms:W3CDTF">2026-06-22T21:19:32Z</dcterms:modified>
</cp:coreProperties>
</file>